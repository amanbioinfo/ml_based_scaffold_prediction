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Fr07yKvEVTmhfqGj+okkzXTek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c0b5e4d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ac0b5e4d2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c0b5e4d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ac0b5e4d2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c0b5e4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ac0b5e4d2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c0b5e4d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ac0b5e4d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c0b5e4d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ac0b5e4d2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c0b5e4d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ac0b5e4d2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ac0b5e4d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ac0b5e4d2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c0b5e4d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ac0b5e4d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c0b5e4d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ac0b5e4d2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c0b5e4d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ac0b5e4d2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c0b5e4d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ac0b5e4d2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c0b5e4d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ac0b5e4d2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c0b5e4d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ac0b5e4d2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c0b5e4d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c0b5e4d2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c0b5e4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ac0b5e4d2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700" y="748750"/>
            <a:ext cx="7260875" cy="48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ac0b5e4d2_0_19" title="AUC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325" y="827600"/>
            <a:ext cx="7479173" cy="444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fac0b5e4d2_0_22" title="Figure_3_Pearson_Correlation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000" y="543525"/>
            <a:ext cx="6034176" cy="51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fac0b5e4d2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762000"/>
            <a:ext cx="6572250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fac0b5e4d2_0_28" title="Figure_5_Observed_vs_Predicted_A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350" y="773225"/>
            <a:ext cx="5485399" cy="4780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fac0b5e4d2_0_31" title="Figure_6_Residual_Plot_Gradient_Boos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100" y="560625"/>
            <a:ext cx="5749002" cy="501072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fac0b5e4d2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425" y="1409700"/>
            <a:ext cx="6572250" cy="42576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fac0b5e4d2_0_37" title="Figure_8_SHAP_Gradient_Boos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255926" cy="44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fac0b5e4d2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875" y="990600"/>
            <a:ext cx="6572250" cy="40290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fac0b5e4d2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425" y="857250"/>
            <a:ext cx="6572250" cy="46005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fac0b5e4d2_0_46" title="Figure_11_Drug_Group_CV_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038" y="628625"/>
            <a:ext cx="6307927" cy="470325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fac0b5e4d2_0_49" title="Figure_12_Primary_vs_NonResponse_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125" y="1694425"/>
            <a:ext cx="8036649" cy="33394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fac0b5e4d2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775" y="1238250"/>
            <a:ext cx="657225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showing the number of different colored bars&#10;&#10;Description automatically generated with medium confidence" id="149" name="Google Shape;149;g3fac0b5e4d2_0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025" y="262950"/>
            <a:ext cx="8865551" cy="564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showing the number of drugs&#10;&#10;Description automatically generated" id="154" name="Google Shape;154;g3fac0b5e4d2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300" y="603125"/>
            <a:ext cx="9018625" cy="53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../../CIMAP2024_Work/Manish_Sir_BookChapter_2024/NanoPaper/CCT007093_Histogram.png" id="159" name="Google Shape;159;g3fac0b5e4d2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600" y="966800"/>
            <a:ext cx="5943600" cy="44291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../../CIMAP2024_Work/Manish_Sir_BookChapter_2024/NanoPaper/CCT007093_Heatmap.png" id="164" name="Google Shape;16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666750"/>
            <a:ext cx="7794150" cy="50234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../../CIMAP2024_Work/Manish_Sir_BookChapter_2024/NanoPaper/GSK2830371A_Histogram.png" id="169" name="Google Shape;16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25" y="945375"/>
            <a:ext cx="5895975" cy="3962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../../CIMAP2024_Work/Manish_Sir_BookChapter_2024/NanoPaper/GSK2830371A_Heatmap.png" id="174" name="Google Shape;17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250" y="1173950"/>
            <a:ext cx="6594201" cy="41822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2026-02-27T05:10:56Z</dcterms:created>
  <dc:creator>Microsoft Office User</dc:creator>
</cp:coreProperties>
</file>